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81053d7ef724af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81053d7ef724af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81053d7ef724af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81053d7ef724af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81053d7ef724af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81053d7ef724af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81053d7ef724af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81053d7ef724af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81053d7ef724af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581053d7ef724a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81053d7ef724af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81053d7ef724af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Training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Ifunanya Promise Adinde | CodeAlpha internship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22"/>
              <a:t>How to Reco</a:t>
            </a:r>
            <a:r>
              <a:rPr b="1" lang="en" sz="2022"/>
              <a:t>gnize Phishing Emails:</a:t>
            </a:r>
            <a:endParaRPr sz="2022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Sender address doesn’t match the company name.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Urgent or Threatening language such as “Act within 24hrs”.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Generic </a:t>
            </a:r>
            <a:r>
              <a:rPr lang="en"/>
              <a:t>greetings</a:t>
            </a:r>
            <a:r>
              <a:rPr lang="en"/>
              <a:t> like “Dear Customer”.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Unexpected attachments, especially .zip or .exe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Requests for passwords, pins, or payment.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Links that don’t match where they say they go.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2"/>
              <a:t>How to Recognize a Fake Website:</a:t>
            </a:r>
            <a:endParaRPr sz="209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address is misspelled or uses extra words.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address starts with http instead of https, or shows a padlock warning.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sites asks for information it shouldn’t ask such as your full card number or password.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web address doesn’t match the company you expected.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 push </a:t>
            </a:r>
            <a:r>
              <a:rPr lang="en"/>
              <a:t>you to download something or call a number right away.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78"/>
              <a:t>What is Social Engineering?</a:t>
            </a:r>
            <a:endParaRPr sz="2078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Social engineering is tricking people into giving out information or access, instead of breaking into computers with code.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Attackers do this by pretending to be someone you trust, such as a bank, your IT department, or a delivery company. They create urgency or fear so you act before you think. The attack works on people’s habits, like wanting to help or wanting to fix a problem quickly.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Best Practice and Tips:</a:t>
            </a:r>
            <a:endParaRPr sz="18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click links in unexpected messages.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Turn on two-factor authentication.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Type website addresses yourself.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Never share passwords or your PINs.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Report suspicious emails to IT or the security team.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2"/>
              <a:t>Real-World Examples:</a:t>
            </a:r>
            <a:endParaRPr b="1" sz="22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22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In 2013 to 2015, attackers tricked </a:t>
            </a:r>
            <a:r>
              <a:rPr lang="en" sz="2000">
                <a:solidFill>
                  <a:schemeClr val="dk1"/>
                </a:solidFill>
              </a:rPr>
              <a:t>google</a:t>
            </a:r>
            <a:r>
              <a:rPr lang="en" sz="2000">
                <a:solidFill>
                  <a:schemeClr val="dk1"/>
                </a:solidFill>
              </a:rPr>
              <a:t> and facebook out of about $100 million with fake invoices.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Lesson: check unusual payment request with the person or company through a number you already know.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Quick Quiz?</a:t>
            </a:r>
            <a:endParaRPr sz="20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0" y="1095250"/>
            <a:ext cx="85206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Email asking you to login through a link in the message is it </a:t>
            </a:r>
            <a:r>
              <a:rPr lang="en" sz="2000"/>
              <a:t>safe to </a:t>
            </a:r>
            <a:r>
              <a:rPr lang="en" sz="2000"/>
              <a:t>trust? Answer: No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Should you share your password if someone calls claiming to be from IT? Answer: No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